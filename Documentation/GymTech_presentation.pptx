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68" y="72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7c71879e_25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7c71879e_25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77c71879e_25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77c71879e_25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77c71879e_25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77c71879e_25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77c71879e_25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77c71879e_25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7c71879e_25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7c71879e_25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77c71879e_25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77c71879e_25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77c71879e_25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77c71879e_25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7c71879e_25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77c71879e_25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7c71879e_25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77c71879e_25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7c71879e_25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7c71879e_25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77c71879e_25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77c71879e_25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77c71879e_25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77c71879e_25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77c71879e_25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77c71879e_25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7c71879e_25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77c71879e_25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 descr="but i want more text on this image: like fir the key benef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 descr="Înfrumusețează ca imagine"/>
          <p:cNvPicPr preferRelativeResize="0"/>
          <p:nvPr/>
        </p:nvPicPr>
        <p:blipFill rotWithShape="1">
          <a:blip r:embed="rId3">
            <a:alphaModFix/>
          </a:blip>
          <a:srcRect b="6262"/>
          <a:stretch/>
        </p:blipFill>
        <p:spPr>
          <a:xfrm>
            <a:off x="-343062" y="0"/>
            <a:ext cx="1310818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 descr="Înfrumusețează ca imagine"/>
          <p:cNvPicPr preferRelativeResize="0"/>
          <p:nvPr/>
        </p:nvPicPr>
        <p:blipFill rotWithShape="1">
          <a:blip r:embed="rId3">
            <a:alphaModFix/>
          </a:blip>
          <a:srcRect b="4880"/>
          <a:stretch/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1219200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 descr="Înfrumusețează ca i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Dora Bogdan</cp:lastModifiedBy>
  <cp:revision>1</cp:revision>
  <dcterms:modified xsi:type="dcterms:W3CDTF">2026-06-03T16:16:15Z</dcterms:modified>
</cp:coreProperties>
</file>